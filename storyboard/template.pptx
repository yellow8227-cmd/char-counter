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9"/>
  </p:normalViewPr>
  <p:slideViewPr>
    <p:cSldViewPr snapToGrid="0" showGuides="1">
      <p:cViewPr varScale="1">
        <p:scale>
          <a:sx n="102" d="100"/>
          <a:sy n="102" d="100"/>
        </p:scale>
        <p:origin x="95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C23198D-9DA5-049D-BC4E-96FDDBAA22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6599014"/>
              </p:ext>
            </p:extLst>
          </p:nvPr>
        </p:nvGraphicFramePr>
        <p:xfrm>
          <a:off x="135159" y="146193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45D32E51-F74E-9B8C-B442-4D556F43CF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938" y="386862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BE049F9B-6FCD-1CE8-E959-CDA11CB699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6950" y="145562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255165DF-7FA9-EE1A-7803-CE892528D0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75" y="145562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6" name="텍스트 개체 틀 13">
            <a:extLst>
              <a:ext uri="{FF2B5EF4-FFF2-40B4-BE49-F238E27FC236}">
                <a16:creationId xmlns:a16="http://schemas.microsoft.com/office/drawing/2014/main" id="{BAEEBBE7-7D2F-A011-B114-B3D95A483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6949" y="2355973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7" name="텍스트 개체 틀 13">
            <a:extLst>
              <a:ext uri="{FF2B5EF4-FFF2-40B4-BE49-F238E27FC236}">
                <a16:creationId xmlns:a16="http://schemas.microsoft.com/office/drawing/2014/main" id="{C5ABF674-713C-F63B-2F51-1DC2FB3BEB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6949" y="261420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1863B7C4-EBF9-0C74-820C-F991A41B18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49" y="2860718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9" name="텍스트 개체 틀 13">
            <a:extLst>
              <a:ext uri="{FF2B5EF4-FFF2-40B4-BE49-F238E27FC236}">
                <a16:creationId xmlns:a16="http://schemas.microsoft.com/office/drawing/2014/main" id="{73546DEC-6D0C-A9A9-BBB9-F77CC1FACE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6949" y="310934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8EEE65D-5271-2381-6A25-08B2ECA890A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40938671"/>
              </p:ext>
            </p:extLst>
          </p:nvPr>
        </p:nvGraphicFramePr>
        <p:xfrm>
          <a:off x="4364086" y="156280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21" name="그림 개체 틀 11">
            <a:extLst>
              <a:ext uri="{FF2B5EF4-FFF2-40B4-BE49-F238E27FC236}">
                <a16:creationId xmlns:a16="http://schemas.microsoft.com/office/drawing/2014/main" id="{F7B55647-F0D1-26FE-4DA7-8D048A883B0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63865" y="396949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22" name="텍스트 개체 틀 13">
            <a:extLst>
              <a:ext uri="{FF2B5EF4-FFF2-40B4-BE49-F238E27FC236}">
                <a16:creationId xmlns:a16="http://schemas.microsoft.com/office/drawing/2014/main" id="{09EEF8B7-2458-628B-B92B-6B2EBAE9C6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5877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3" name="텍스트 개체 틀 13">
            <a:extLst>
              <a:ext uri="{FF2B5EF4-FFF2-40B4-BE49-F238E27FC236}">
                <a16:creationId xmlns:a16="http://schemas.microsoft.com/office/drawing/2014/main" id="{73B2BF33-17AC-0C74-12C0-9289FCC671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7902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4" name="텍스트 개체 틀 13">
            <a:extLst>
              <a:ext uri="{FF2B5EF4-FFF2-40B4-BE49-F238E27FC236}">
                <a16:creationId xmlns:a16="http://schemas.microsoft.com/office/drawing/2014/main" id="{AB603AF7-EC81-F6E1-7133-172195A912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5876" y="236606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5" name="텍스트 개체 틀 13">
            <a:extLst>
              <a:ext uri="{FF2B5EF4-FFF2-40B4-BE49-F238E27FC236}">
                <a16:creationId xmlns:a16="http://schemas.microsoft.com/office/drawing/2014/main" id="{BB1E18A9-BA22-D239-B142-75FC43DC38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25876" y="262429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6" name="텍스트 개체 틀 13">
            <a:extLst>
              <a:ext uri="{FF2B5EF4-FFF2-40B4-BE49-F238E27FC236}">
                <a16:creationId xmlns:a16="http://schemas.microsoft.com/office/drawing/2014/main" id="{05083639-7E4F-0D8A-DE80-96CE321FA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5876" y="2870805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7" name="텍스트 개체 틀 13">
            <a:extLst>
              <a:ext uri="{FF2B5EF4-FFF2-40B4-BE49-F238E27FC236}">
                <a16:creationId xmlns:a16="http://schemas.microsoft.com/office/drawing/2014/main" id="{C7D6E0AA-7AD3-0D8F-C084-69F49B84A9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5876" y="311942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767887D-7F0D-7EAF-F5A2-93E60035FCB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7744805"/>
              </p:ext>
            </p:extLst>
          </p:nvPr>
        </p:nvGraphicFramePr>
        <p:xfrm>
          <a:off x="8593013" y="156280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29" name="그림 개체 틀 11">
            <a:extLst>
              <a:ext uri="{FF2B5EF4-FFF2-40B4-BE49-F238E27FC236}">
                <a16:creationId xmlns:a16="http://schemas.microsoft.com/office/drawing/2014/main" id="{0507BEC3-74FB-47F9-851A-5421815123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2792" y="396949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30" name="텍스트 개체 틀 13">
            <a:extLst>
              <a:ext uri="{FF2B5EF4-FFF2-40B4-BE49-F238E27FC236}">
                <a16:creationId xmlns:a16="http://schemas.microsoft.com/office/drawing/2014/main" id="{5F70EE87-1F3A-4E3C-B997-3BB3D1F78F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54804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1" name="텍스트 개체 틀 13">
            <a:extLst>
              <a:ext uri="{FF2B5EF4-FFF2-40B4-BE49-F238E27FC236}">
                <a16:creationId xmlns:a16="http://schemas.microsoft.com/office/drawing/2014/main" id="{E0982D98-8B14-64CB-A318-187D69B25D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186829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2" name="텍스트 개체 틀 13">
            <a:extLst>
              <a:ext uri="{FF2B5EF4-FFF2-40B4-BE49-F238E27FC236}">
                <a16:creationId xmlns:a16="http://schemas.microsoft.com/office/drawing/2014/main" id="{E6160750-7C90-11C2-A7D1-F04E1074E1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54803" y="236606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3" name="텍스트 개체 틀 13">
            <a:extLst>
              <a:ext uri="{FF2B5EF4-FFF2-40B4-BE49-F238E27FC236}">
                <a16:creationId xmlns:a16="http://schemas.microsoft.com/office/drawing/2014/main" id="{E64B3B42-8039-9A7B-0466-C3ECEEFA5C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54803" y="262429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4" name="텍스트 개체 틀 13">
            <a:extLst>
              <a:ext uri="{FF2B5EF4-FFF2-40B4-BE49-F238E27FC236}">
                <a16:creationId xmlns:a16="http://schemas.microsoft.com/office/drawing/2014/main" id="{C0C29133-D1D7-2640-5862-9DABA63CF68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54803" y="2870805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5" name="텍스트 개체 틀 13">
            <a:extLst>
              <a:ext uri="{FF2B5EF4-FFF2-40B4-BE49-F238E27FC236}">
                <a16:creationId xmlns:a16="http://schemas.microsoft.com/office/drawing/2014/main" id="{6AC2F108-C096-E8B1-1DAB-1C1C07B155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54803" y="311942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181BC38-5CC0-3A70-7BD4-BD3C30B9A20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34470632"/>
              </p:ext>
            </p:extLst>
          </p:nvPr>
        </p:nvGraphicFramePr>
        <p:xfrm>
          <a:off x="135159" y="3487270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37" name="그림 개체 틀 11">
            <a:extLst>
              <a:ext uri="{FF2B5EF4-FFF2-40B4-BE49-F238E27FC236}">
                <a16:creationId xmlns:a16="http://schemas.microsoft.com/office/drawing/2014/main" id="{39930400-3F2E-018A-C0D0-39DF9627021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34938" y="3727939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38" name="텍스트 개체 틀 13">
            <a:extLst>
              <a:ext uri="{FF2B5EF4-FFF2-40B4-BE49-F238E27FC236}">
                <a16:creationId xmlns:a16="http://schemas.microsoft.com/office/drawing/2014/main" id="{86240B86-4B5D-B192-E3E4-78608D7869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6950" y="348663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9" name="텍스트 개체 틀 13">
            <a:extLst>
              <a:ext uri="{FF2B5EF4-FFF2-40B4-BE49-F238E27FC236}">
                <a16:creationId xmlns:a16="http://schemas.microsoft.com/office/drawing/2014/main" id="{144B9B2B-0169-DDC1-6DE4-B9DC3E31AB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28975" y="348663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0" name="텍스트 개체 틀 13">
            <a:extLst>
              <a:ext uri="{FF2B5EF4-FFF2-40B4-BE49-F238E27FC236}">
                <a16:creationId xmlns:a16="http://schemas.microsoft.com/office/drawing/2014/main" id="{AE42EFD4-9FBC-AF2F-0F13-5D013AA268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6949" y="569705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1" name="텍스트 개체 틀 13">
            <a:extLst>
              <a:ext uri="{FF2B5EF4-FFF2-40B4-BE49-F238E27FC236}">
                <a16:creationId xmlns:a16="http://schemas.microsoft.com/office/drawing/2014/main" id="{29988280-E9FB-C565-1AC0-C25932C9269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949" y="595528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2" name="텍스트 개체 틀 13">
            <a:extLst>
              <a:ext uri="{FF2B5EF4-FFF2-40B4-BE49-F238E27FC236}">
                <a16:creationId xmlns:a16="http://schemas.microsoft.com/office/drawing/2014/main" id="{757E2305-65F2-1903-E55F-C9DE495BE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949" y="6201795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3" name="텍스트 개체 틀 13">
            <a:extLst>
              <a:ext uri="{FF2B5EF4-FFF2-40B4-BE49-F238E27FC236}">
                <a16:creationId xmlns:a16="http://schemas.microsoft.com/office/drawing/2014/main" id="{E57291B5-0332-E9C7-9300-13B2999CFB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96949" y="645041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24B53500-7AC0-9FD3-FDB4-8BAEC83BD5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81113712"/>
              </p:ext>
            </p:extLst>
          </p:nvPr>
        </p:nvGraphicFramePr>
        <p:xfrm>
          <a:off x="4364086" y="3497357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45" name="그림 개체 틀 11">
            <a:extLst>
              <a:ext uri="{FF2B5EF4-FFF2-40B4-BE49-F238E27FC236}">
                <a16:creationId xmlns:a16="http://schemas.microsoft.com/office/drawing/2014/main" id="{BF547E65-4900-134E-EB4F-17306D003D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63865" y="3738026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46" name="텍스트 개체 틀 13">
            <a:extLst>
              <a:ext uri="{FF2B5EF4-FFF2-40B4-BE49-F238E27FC236}">
                <a16:creationId xmlns:a16="http://schemas.microsoft.com/office/drawing/2014/main" id="{66F19B72-64A6-9E4F-5E8E-3178D5F7AE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25877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7" name="텍스트 개체 틀 13">
            <a:extLst>
              <a:ext uri="{FF2B5EF4-FFF2-40B4-BE49-F238E27FC236}">
                <a16:creationId xmlns:a16="http://schemas.microsoft.com/office/drawing/2014/main" id="{41E546E6-15ED-DB2A-A906-E6C624133F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957902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8" name="텍스트 개체 틀 13">
            <a:extLst>
              <a:ext uri="{FF2B5EF4-FFF2-40B4-BE49-F238E27FC236}">
                <a16:creationId xmlns:a16="http://schemas.microsoft.com/office/drawing/2014/main" id="{0110F954-B28A-C773-F5E3-8B76345B7C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25876" y="570713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9" name="텍스트 개체 틀 13">
            <a:extLst>
              <a:ext uri="{FF2B5EF4-FFF2-40B4-BE49-F238E27FC236}">
                <a16:creationId xmlns:a16="http://schemas.microsoft.com/office/drawing/2014/main" id="{65BE14A3-5A29-733F-18A5-7B6A7F5760F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25876" y="5965371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0" name="텍스트 개체 틀 13">
            <a:extLst>
              <a:ext uri="{FF2B5EF4-FFF2-40B4-BE49-F238E27FC236}">
                <a16:creationId xmlns:a16="http://schemas.microsoft.com/office/drawing/2014/main" id="{6F7F66BB-EDEF-3ED8-30DD-922CDA66A66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25876" y="6211882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1" name="텍스트 개체 틀 13">
            <a:extLst>
              <a:ext uri="{FF2B5EF4-FFF2-40B4-BE49-F238E27FC236}">
                <a16:creationId xmlns:a16="http://schemas.microsoft.com/office/drawing/2014/main" id="{9ED87E67-8BD2-21B7-B109-2C008D0D055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25876" y="646050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5E70AA0B-5347-8819-191F-F19A2A48027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09764818"/>
              </p:ext>
            </p:extLst>
          </p:nvPr>
        </p:nvGraphicFramePr>
        <p:xfrm>
          <a:off x="8593013" y="3497357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53" name="그림 개체 틀 11">
            <a:extLst>
              <a:ext uri="{FF2B5EF4-FFF2-40B4-BE49-F238E27FC236}">
                <a16:creationId xmlns:a16="http://schemas.microsoft.com/office/drawing/2014/main" id="{9E18647B-B0D4-2609-2FDF-8834B6C9549D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592792" y="3738026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54" name="텍스트 개체 틀 13">
            <a:extLst>
              <a:ext uri="{FF2B5EF4-FFF2-40B4-BE49-F238E27FC236}">
                <a16:creationId xmlns:a16="http://schemas.microsoft.com/office/drawing/2014/main" id="{B53BC928-B73E-63BB-3C85-34AACEA2277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54804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5" name="텍스트 개체 틀 13">
            <a:extLst>
              <a:ext uri="{FF2B5EF4-FFF2-40B4-BE49-F238E27FC236}">
                <a16:creationId xmlns:a16="http://schemas.microsoft.com/office/drawing/2014/main" id="{B4ED1239-5E8D-F2AB-7E4D-B841BFEAA3F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186829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6" name="텍스트 개체 틀 13">
            <a:extLst>
              <a:ext uri="{FF2B5EF4-FFF2-40B4-BE49-F238E27FC236}">
                <a16:creationId xmlns:a16="http://schemas.microsoft.com/office/drawing/2014/main" id="{811FA1E1-23B0-1849-DE1A-209849020EE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54803" y="570713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7" name="텍스트 개체 틀 13">
            <a:extLst>
              <a:ext uri="{FF2B5EF4-FFF2-40B4-BE49-F238E27FC236}">
                <a16:creationId xmlns:a16="http://schemas.microsoft.com/office/drawing/2014/main" id="{906B9711-72C9-0E35-0A3A-E3D759611CB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54803" y="5965371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8" name="텍스트 개체 틀 13">
            <a:extLst>
              <a:ext uri="{FF2B5EF4-FFF2-40B4-BE49-F238E27FC236}">
                <a16:creationId xmlns:a16="http://schemas.microsoft.com/office/drawing/2014/main" id="{B25D4CB3-F62E-6865-53F7-C21861EF44E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54803" y="6211882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9" name="텍스트 개체 틀 13">
            <a:extLst>
              <a:ext uri="{FF2B5EF4-FFF2-40B4-BE49-F238E27FC236}">
                <a16:creationId xmlns:a16="http://schemas.microsoft.com/office/drawing/2014/main" id="{AD5447BF-00F4-F3EF-5A94-8340B894028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454803" y="646050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</p:spTree>
    <p:extLst>
      <p:ext uri="{BB962C8B-B14F-4D97-AF65-F5344CB8AC3E}">
        <p14:creationId xmlns:p14="http://schemas.microsoft.com/office/powerpoint/2010/main" val="1692785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0FFDDD-6A40-B03C-DE73-42CEF999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339FA2-62F9-467F-E775-B80D1488D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2D556-3E48-E1EA-18B9-A891453B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933CE-B9EF-D544-8C47-2E28CE434AF6}" type="datetimeFigureOut">
              <a:rPr kumimoji="1" lang="ko-KR" altLang="en-US" smtClean="0"/>
              <a:t>2024. 11. 13.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04F68-A6F9-F858-FB47-738E96EF3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A633A-C1A1-E370-D656-9CAD9545F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755A1-E313-AA43-9A03-C2F980CC3A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99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05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Macintosh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Pretendard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Kwan Keep</dc:creator>
  <cp:lastModifiedBy>Kwan Keep</cp:lastModifiedBy>
  <cp:revision>1</cp:revision>
  <dcterms:created xsi:type="dcterms:W3CDTF">2024-11-13T00:54:33Z</dcterms:created>
  <dcterms:modified xsi:type="dcterms:W3CDTF">2024-11-13T01:08:19Z</dcterms:modified>
</cp:coreProperties>
</file>