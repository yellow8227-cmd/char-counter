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9"/>
  </p:normalViewPr>
  <p:slideViewPr>
    <p:cSldViewPr snapToGrid="0" showGuides="1">
      <p:cViewPr varScale="1">
        <p:scale>
          <a:sx n="102" d="100"/>
          <a:sy n="102" d="100"/>
        </p:scale>
        <p:origin x="95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1C23198D-9DA5-049D-BC4E-96FDDBAA226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246599014"/>
              </p:ext>
            </p:extLst>
          </p:nvPr>
        </p:nvGraphicFramePr>
        <p:xfrm>
          <a:off x="135159" y="146193"/>
          <a:ext cx="3463828" cy="3202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957">
                  <a:extLst>
                    <a:ext uri="{9D8B030D-6E8A-4147-A177-3AD203B41FA5}">
                      <a16:colId xmlns:a16="http://schemas.microsoft.com/office/drawing/2014/main" val="197616070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1674013404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3362112120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4267573565"/>
                    </a:ext>
                  </a:extLst>
                </a:gridCol>
              </a:tblGrid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Scene 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Shot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358910"/>
                  </a:ext>
                </a:extLst>
              </a:tr>
              <a:tr h="1962087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900" i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693963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카메라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991496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장면묘사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351402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디테일</a:t>
                      </a:r>
                      <a:r>
                        <a:rPr lang="en-US" altLang="ko-KR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793399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전환효과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89751"/>
                  </a:ext>
                </a:extLst>
              </a:tr>
            </a:tbl>
          </a:graphicData>
        </a:graphic>
      </p:graphicFrame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45D32E51-F74E-9B8C-B442-4D556F43CFE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4938" y="386862"/>
            <a:ext cx="3463925" cy="1957388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endParaRPr kumimoji="1" lang="ko-KR" altLang="en-US" dirty="0"/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BE049F9B-6FCD-1CE8-E959-CDA11CB699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6950" y="145562"/>
            <a:ext cx="869950" cy="2413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15" name="텍스트 개체 틀 13">
            <a:extLst>
              <a:ext uri="{FF2B5EF4-FFF2-40B4-BE49-F238E27FC236}">
                <a16:creationId xmlns:a16="http://schemas.microsoft.com/office/drawing/2014/main" id="{255165DF-7FA9-EE1A-7803-CE892528D05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28975" y="145562"/>
            <a:ext cx="869950" cy="2413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16" name="텍스트 개체 틀 13">
            <a:extLst>
              <a:ext uri="{FF2B5EF4-FFF2-40B4-BE49-F238E27FC236}">
                <a16:creationId xmlns:a16="http://schemas.microsoft.com/office/drawing/2014/main" id="{BAEEBBE7-7D2F-A011-B114-B3D95A4833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96949" y="2355973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17" name="텍스트 개체 틀 13">
            <a:extLst>
              <a:ext uri="{FF2B5EF4-FFF2-40B4-BE49-F238E27FC236}">
                <a16:creationId xmlns:a16="http://schemas.microsoft.com/office/drawing/2014/main" id="{C5ABF674-713C-F63B-2F51-1DC2FB3BEB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6949" y="2614207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18" name="텍스트 개체 틀 13">
            <a:extLst>
              <a:ext uri="{FF2B5EF4-FFF2-40B4-BE49-F238E27FC236}">
                <a16:creationId xmlns:a16="http://schemas.microsoft.com/office/drawing/2014/main" id="{1863B7C4-EBF9-0C74-820C-F991A41B187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6949" y="2860718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19" name="텍스트 개체 틀 13">
            <a:extLst>
              <a:ext uri="{FF2B5EF4-FFF2-40B4-BE49-F238E27FC236}">
                <a16:creationId xmlns:a16="http://schemas.microsoft.com/office/drawing/2014/main" id="{73546DEC-6D0C-A9A9-BBB9-F77CC1FACE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96949" y="3109340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E8EEE65D-5271-2381-6A25-08B2ECA890A9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440938671"/>
              </p:ext>
            </p:extLst>
          </p:nvPr>
        </p:nvGraphicFramePr>
        <p:xfrm>
          <a:off x="4364086" y="156280"/>
          <a:ext cx="3463828" cy="3202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957">
                  <a:extLst>
                    <a:ext uri="{9D8B030D-6E8A-4147-A177-3AD203B41FA5}">
                      <a16:colId xmlns:a16="http://schemas.microsoft.com/office/drawing/2014/main" val="197616070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1674013404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3362112120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4267573565"/>
                    </a:ext>
                  </a:extLst>
                </a:gridCol>
              </a:tblGrid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Scene 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Shot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358910"/>
                  </a:ext>
                </a:extLst>
              </a:tr>
              <a:tr h="1962087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900" i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693963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카메라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991496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장면묘사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351402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디테일</a:t>
                      </a:r>
                      <a:r>
                        <a:rPr lang="en-US" altLang="ko-KR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793399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전환효과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89751"/>
                  </a:ext>
                </a:extLst>
              </a:tr>
            </a:tbl>
          </a:graphicData>
        </a:graphic>
      </p:graphicFrame>
      <p:sp>
        <p:nvSpPr>
          <p:cNvPr id="21" name="그림 개체 틀 11">
            <a:extLst>
              <a:ext uri="{FF2B5EF4-FFF2-40B4-BE49-F238E27FC236}">
                <a16:creationId xmlns:a16="http://schemas.microsoft.com/office/drawing/2014/main" id="{F7B55647-F0D1-26FE-4DA7-8D048A883B0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63865" y="396949"/>
            <a:ext cx="3463925" cy="1957388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endParaRPr kumimoji="1" lang="ko-KR" altLang="en-US" dirty="0"/>
          </a:p>
        </p:txBody>
      </p:sp>
      <p:sp>
        <p:nvSpPr>
          <p:cNvPr id="22" name="텍스트 개체 틀 13">
            <a:extLst>
              <a:ext uri="{FF2B5EF4-FFF2-40B4-BE49-F238E27FC236}">
                <a16:creationId xmlns:a16="http://schemas.microsoft.com/office/drawing/2014/main" id="{09EEF8B7-2458-628B-B92B-6B2EBAE9C62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5877" y="155649"/>
            <a:ext cx="869950" cy="2413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23" name="텍스트 개체 틀 13">
            <a:extLst>
              <a:ext uri="{FF2B5EF4-FFF2-40B4-BE49-F238E27FC236}">
                <a16:creationId xmlns:a16="http://schemas.microsoft.com/office/drawing/2014/main" id="{73B2BF33-17AC-0C74-12C0-9289FCC671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957902" y="155649"/>
            <a:ext cx="869950" cy="2413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24" name="텍스트 개체 틀 13">
            <a:extLst>
              <a:ext uri="{FF2B5EF4-FFF2-40B4-BE49-F238E27FC236}">
                <a16:creationId xmlns:a16="http://schemas.microsoft.com/office/drawing/2014/main" id="{AB603AF7-EC81-F6E1-7133-172195A912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25876" y="2366060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25" name="텍스트 개체 틀 13">
            <a:extLst>
              <a:ext uri="{FF2B5EF4-FFF2-40B4-BE49-F238E27FC236}">
                <a16:creationId xmlns:a16="http://schemas.microsoft.com/office/drawing/2014/main" id="{BB1E18A9-BA22-D239-B142-75FC43DC38E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225876" y="2624294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26" name="텍스트 개체 틀 13">
            <a:extLst>
              <a:ext uri="{FF2B5EF4-FFF2-40B4-BE49-F238E27FC236}">
                <a16:creationId xmlns:a16="http://schemas.microsoft.com/office/drawing/2014/main" id="{05083639-7E4F-0D8A-DE80-96CE321FA3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25876" y="2870805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27" name="텍스트 개체 틀 13">
            <a:extLst>
              <a:ext uri="{FF2B5EF4-FFF2-40B4-BE49-F238E27FC236}">
                <a16:creationId xmlns:a16="http://schemas.microsoft.com/office/drawing/2014/main" id="{C7D6E0AA-7AD3-0D8F-C084-69F49B84A93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25876" y="3119427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9767887D-7F0D-7EAF-F5A2-93E60035FCB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187744805"/>
              </p:ext>
            </p:extLst>
          </p:nvPr>
        </p:nvGraphicFramePr>
        <p:xfrm>
          <a:off x="8593013" y="156280"/>
          <a:ext cx="3463828" cy="3202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957">
                  <a:extLst>
                    <a:ext uri="{9D8B030D-6E8A-4147-A177-3AD203B41FA5}">
                      <a16:colId xmlns:a16="http://schemas.microsoft.com/office/drawing/2014/main" val="197616070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1674013404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3362112120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4267573565"/>
                    </a:ext>
                  </a:extLst>
                </a:gridCol>
              </a:tblGrid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Scene 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Shot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358910"/>
                  </a:ext>
                </a:extLst>
              </a:tr>
              <a:tr h="1962087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900" i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693963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카메라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991496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장면묘사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351402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디테일</a:t>
                      </a:r>
                      <a:r>
                        <a:rPr lang="en-US" altLang="ko-KR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793399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전환효과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89751"/>
                  </a:ext>
                </a:extLst>
              </a:tr>
            </a:tbl>
          </a:graphicData>
        </a:graphic>
      </p:graphicFrame>
      <p:sp>
        <p:nvSpPr>
          <p:cNvPr id="29" name="그림 개체 틀 11">
            <a:extLst>
              <a:ext uri="{FF2B5EF4-FFF2-40B4-BE49-F238E27FC236}">
                <a16:creationId xmlns:a16="http://schemas.microsoft.com/office/drawing/2014/main" id="{0507BEC3-74FB-47F9-851A-54218151239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8592792" y="396949"/>
            <a:ext cx="3463925" cy="1957388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endParaRPr kumimoji="1" lang="ko-KR" altLang="en-US" dirty="0"/>
          </a:p>
        </p:txBody>
      </p:sp>
      <p:sp>
        <p:nvSpPr>
          <p:cNvPr id="30" name="텍스트 개체 틀 13">
            <a:extLst>
              <a:ext uri="{FF2B5EF4-FFF2-40B4-BE49-F238E27FC236}">
                <a16:creationId xmlns:a16="http://schemas.microsoft.com/office/drawing/2014/main" id="{5F70EE87-1F3A-4E3C-B997-3BB3D1F78F6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54804" y="155649"/>
            <a:ext cx="869950" cy="2413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31" name="텍스트 개체 틀 13">
            <a:extLst>
              <a:ext uri="{FF2B5EF4-FFF2-40B4-BE49-F238E27FC236}">
                <a16:creationId xmlns:a16="http://schemas.microsoft.com/office/drawing/2014/main" id="{E0982D98-8B14-64CB-A318-187D69B25D1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1186829" y="155649"/>
            <a:ext cx="869950" cy="2413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32" name="텍스트 개체 틀 13">
            <a:extLst>
              <a:ext uri="{FF2B5EF4-FFF2-40B4-BE49-F238E27FC236}">
                <a16:creationId xmlns:a16="http://schemas.microsoft.com/office/drawing/2014/main" id="{E6160750-7C90-11C2-A7D1-F04E1074E1C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454803" y="2366060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33" name="텍스트 개체 틀 13">
            <a:extLst>
              <a:ext uri="{FF2B5EF4-FFF2-40B4-BE49-F238E27FC236}">
                <a16:creationId xmlns:a16="http://schemas.microsoft.com/office/drawing/2014/main" id="{E64B3B42-8039-9A7B-0466-C3ECEEFA5C0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454803" y="2624294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34" name="텍스트 개체 틀 13">
            <a:extLst>
              <a:ext uri="{FF2B5EF4-FFF2-40B4-BE49-F238E27FC236}">
                <a16:creationId xmlns:a16="http://schemas.microsoft.com/office/drawing/2014/main" id="{C0C29133-D1D7-2640-5862-9DABA63CF68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54803" y="2870805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35" name="텍스트 개체 틀 13">
            <a:extLst>
              <a:ext uri="{FF2B5EF4-FFF2-40B4-BE49-F238E27FC236}">
                <a16:creationId xmlns:a16="http://schemas.microsoft.com/office/drawing/2014/main" id="{6AC2F108-C096-E8B1-1DAB-1C1C07B155D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54803" y="3119427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graphicFrame>
        <p:nvGraphicFramePr>
          <p:cNvPr id="36" name="표 35">
            <a:extLst>
              <a:ext uri="{FF2B5EF4-FFF2-40B4-BE49-F238E27FC236}">
                <a16:creationId xmlns:a16="http://schemas.microsoft.com/office/drawing/2014/main" id="{2181BC38-5CC0-3A70-7BD4-BD3C30B9A20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034470632"/>
              </p:ext>
            </p:extLst>
          </p:nvPr>
        </p:nvGraphicFramePr>
        <p:xfrm>
          <a:off x="135159" y="3487270"/>
          <a:ext cx="3463828" cy="3202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957">
                  <a:extLst>
                    <a:ext uri="{9D8B030D-6E8A-4147-A177-3AD203B41FA5}">
                      <a16:colId xmlns:a16="http://schemas.microsoft.com/office/drawing/2014/main" val="197616070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1674013404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3362112120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4267573565"/>
                    </a:ext>
                  </a:extLst>
                </a:gridCol>
              </a:tblGrid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Scene 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Shot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358910"/>
                  </a:ext>
                </a:extLst>
              </a:tr>
              <a:tr h="1962087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900" i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693963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카메라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991496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장면묘사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351402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디테일</a:t>
                      </a:r>
                      <a:r>
                        <a:rPr lang="en-US" altLang="ko-KR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793399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전환효과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89751"/>
                  </a:ext>
                </a:extLst>
              </a:tr>
            </a:tbl>
          </a:graphicData>
        </a:graphic>
      </p:graphicFrame>
      <p:sp>
        <p:nvSpPr>
          <p:cNvPr id="37" name="그림 개체 틀 11">
            <a:extLst>
              <a:ext uri="{FF2B5EF4-FFF2-40B4-BE49-F238E27FC236}">
                <a16:creationId xmlns:a16="http://schemas.microsoft.com/office/drawing/2014/main" id="{39930400-3F2E-018A-C0D0-39DF9627021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134938" y="3727939"/>
            <a:ext cx="3463925" cy="1957388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endParaRPr kumimoji="1" lang="ko-KR" altLang="en-US" dirty="0"/>
          </a:p>
        </p:txBody>
      </p:sp>
      <p:sp>
        <p:nvSpPr>
          <p:cNvPr id="38" name="텍스트 개체 틀 13">
            <a:extLst>
              <a:ext uri="{FF2B5EF4-FFF2-40B4-BE49-F238E27FC236}">
                <a16:creationId xmlns:a16="http://schemas.microsoft.com/office/drawing/2014/main" id="{86240B86-4B5D-B192-E3E4-78608D78696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96950" y="3486639"/>
            <a:ext cx="869950" cy="2413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39" name="텍스트 개체 틀 13">
            <a:extLst>
              <a:ext uri="{FF2B5EF4-FFF2-40B4-BE49-F238E27FC236}">
                <a16:creationId xmlns:a16="http://schemas.microsoft.com/office/drawing/2014/main" id="{144B9B2B-0169-DDC1-6DE4-B9DC3E31AB9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728975" y="3486639"/>
            <a:ext cx="869950" cy="2413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40" name="텍스트 개체 틀 13">
            <a:extLst>
              <a:ext uri="{FF2B5EF4-FFF2-40B4-BE49-F238E27FC236}">
                <a16:creationId xmlns:a16="http://schemas.microsoft.com/office/drawing/2014/main" id="{AE42EFD4-9FBC-AF2F-0F13-5D013AA2680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96949" y="5697050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41" name="텍스트 개체 틀 13">
            <a:extLst>
              <a:ext uri="{FF2B5EF4-FFF2-40B4-BE49-F238E27FC236}">
                <a16:creationId xmlns:a16="http://schemas.microsoft.com/office/drawing/2014/main" id="{29988280-E9FB-C565-1AC0-C25932C9269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6949" y="5955284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42" name="텍스트 개체 틀 13">
            <a:extLst>
              <a:ext uri="{FF2B5EF4-FFF2-40B4-BE49-F238E27FC236}">
                <a16:creationId xmlns:a16="http://schemas.microsoft.com/office/drawing/2014/main" id="{757E2305-65F2-1903-E55F-C9DE495BE12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96949" y="6201795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43" name="텍스트 개체 틀 13">
            <a:extLst>
              <a:ext uri="{FF2B5EF4-FFF2-40B4-BE49-F238E27FC236}">
                <a16:creationId xmlns:a16="http://schemas.microsoft.com/office/drawing/2014/main" id="{E57291B5-0332-E9C7-9300-13B2999CFB1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96949" y="6450417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24B53500-7AC0-9FD3-FDB4-8BAEC83BD5D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081113712"/>
              </p:ext>
            </p:extLst>
          </p:nvPr>
        </p:nvGraphicFramePr>
        <p:xfrm>
          <a:off x="4364086" y="3497357"/>
          <a:ext cx="3463828" cy="3202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957">
                  <a:extLst>
                    <a:ext uri="{9D8B030D-6E8A-4147-A177-3AD203B41FA5}">
                      <a16:colId xmlns:a16="http://schemas.microsoft.com/office/drawing/2014/main" val="197616070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1674013404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3362112120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4267573565"/>
                    </a:ext>
                  </a:extLst>
                </a:gridCol>
              </a:tblGrid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Scene 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Shot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358910"/>
                  </a:ext>
                </a:extLst>
              </a:tr>
              <a:tr h="1962087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900" i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693963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카메라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991496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장면묘사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351402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디테일</a:t>
                      </a:r>
                      <a:r>
                        <a:rPr lang="en-US" altLang="ko-KR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793399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전환효과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89751"/>
                  </a:ext>
                </a:extLst>
              </a:tr>
            </a:tbl>
          </a:graphicData>
        </a:graphic>
      </p:graphicFrame>
      <p:sp>
        <p:nvSpPr>
          <p:cNvPr id="45" name="그림 개체 틀 11">
            <a:extLst>
              <a:ext uri="{FF2B5EF4-FFF2-40B4-BE49-F238E27FC236}">
                <a16:creationId xmlns:a16="http://schemas.microsoft.com/office/drawing/2014/main" id="{BF547E65-4900-134E-EB4F-17306D003DD5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4363865" y="3738026"/>
            <a:ext cx="3463925" cy="1957388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endParaRPr kumimoji="1" lang="ko-KR" altLang="en-US" dirty="0"/>
          </a:p>
        </p:txBody>
      </p:sp>
      <p:sp>
        <p:nvSpPr>
          <p:cNvPr id="46" name="텍스트 개체 틀 13">
            <a:extLst>
              <a:ext uri="{FF2B5EF4-FFF2-40B4-BE49-F238E27FC236}">
                <a16:creationId xmlns:a16="http://schemas.microsoft.com/office/drawing/2014/main" id="{66F19B72-64A6-9E4F-5E8E-3178D5F7AEA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225877" y="3496726"/>
            <a:ext cx="869950" cy="2413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47" name="텍스트 개체 틀 13">
            <a:extLst>
              <a:ext uri="{FF2B5EF4-FFF2-40B4-BE49-F238E27FC236}">
                <a16:creationId xmlns:a16="http://schemas.microsoft.com/office/drawing/2014/main" id="{41E546E6-15ED-DB2A-A906-E6C624133F6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957902" y="3496726"/>
            <a:ext cx="869950" cy="2413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48" name="텍스트 개체 틀 13">
            <a:extLst>
              <a:ext uri="{FF2B5EF4-FFF2-40B4-BE49-F238E27FC236}">
                <a16:creationId xmlns:a16="http://schemas.microsoft.com/office/drawing/2014/main" id="{0110F954-B28A-C773-F5E3-8B76345B7C1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225876" y="5707137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49" name="텍스트 개체 틀 13">
            <a:extLst>
              <a:ext uri="{FF2B5EF4-FFF2-40B4-BE49-F238E27FC236}">
                <a16:creationId xmlns:a16="http://schemas.microsoft.com/office/drawing/2014/main" id="{65BE14A3-5A29-733F-18A5-7B6A7F5760F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225876" y="5965371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50" name="텍스트 개체 틀 13">
            <a:extLst>
              <a:ext uri="{FF2B5EF4-FFF2-40B4-BE49-F238E27FC236}">
                <a16:creationId xmlns:a16="http://schemas.microsoft.com/office/drawing/2014/main" id="{6F7F66BB-EDEF-3ED8-30DD-922CDA66A661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225876" y="6211882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51" name="텍스트 개체 틀 13">
            <a:extLst>
              <a:ext uri="{FF2B5EF4-FFF2-40B4-BE49-F238E27FC236}">
                <a16:creationId xmlns:a16="http://schemas.microsoft.com/office/drawing/2014/main" id="{9ED87E67-8BD2-21B7-B109-2C008D0D0556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225876" y="6460504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graphicFrame>
        <p:nvGraphicFramePr>
          <p:cNvPr id="52" name="표 51">
            <a:extLst>
              <a:ext uri="{FF2B5EF4-FFF2-40B4-BE49-F238E27FC236}">
                <a16:creationId xmlns:a16="http://schemas.microsoft.com/office/drawing/2014/main" id="{5E70AA0B-5347-8819-191F-F19A2A48027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509764818"/>
              </p:ext>
            </p:extLst>
          </p:nvPr>
        </p:nvGraphicFramePr>
        <p:xfrm>
          <a:off x="8593013" y="3497357"/>
          <a:ext cx="3463828" cy="32023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957">
                  <a:extLst>
                    <a:ext uri="{9D8B030D-6E8A-4147-A177-3AD203B41FA5}">
                      <a16:colId xmlns:a16="http://schemas.microsoft.com/office/drawing/2014/main" val="197616070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1674013404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3362112120"/>
                    </a:ext>
                  </a:extLst>
                </a:gridCol>
                <a:gridCol w="865957">
                  <a:extLst>
                    <a:ext uri="{9D8B030D-6E8A-4147-A177-3AD203B41FA5}">
                      <a16:colId xmlns:a16="http://schemas.microsoft.com/office/drawing/2014/main" val="4267573565"/>
                    </a:ext>
                  </a:extLst>
                </a:gridCol>
              </a:tblGrid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Scene 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Shot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endParaRPr lang="ko-KR" altLang="en-US" sz="900" b="0" dirty="0">
                        <a:solidFill>
                          <a:schemeClr val="tx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5358910"/>
                  </a:ext>
                </a:extLst>
              </a:tr>
              <a:tr h="1962087">
                <a:tc gridSpan="4">
                  <a:txBody>
                    <a:bodyPr/>
                    <a:lstStyle/>
                    <a:p>
                      <a:pPr algn="ctr" latinLnBrk="1"/>
                      <a:endParaRPr lang="ko-KR" altLang="en-US" sz="900" i="1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9693963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카메라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991496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장면묘사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351402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디테일</a:t>
                      </a:r>
                      <a:r>
                        <a:rPr lang="en-US" altLang="ko-KR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/</a:t>
                      </a:r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6793399"/>
                  </a:ext>
                </a:extLst>
              </a:tr>
              <a:tr h="24805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전환효과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489751"/>
                  </a:ext>
                </a:extLst>
              </a:tr>
            </a:tbl>
          </a:graphicData>
        </a:graphic>
      </p:graphicFrame>
      <p:sp>
        <p:nvSpPr>
          <p:cNvPr id="53" name="그림 개체 틀 11">
            <a:extLst>
              <a:ext uri="{FF2B5EF4-FFF2-40B4-BE49-F238E27FC236}">
                <a16:creationId xmlns:a16="http://schemas.microsoft.com/office/drawing/2014/main" id="{9E18647B-B0D4-2609-2FDF-8834B6C9549D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8592792" y="3738026"/>
            <a:ext cx="3463925" cy="1957388"/>
          </a:xfrm>
        </p:spPr>
        <p:txBody>
          <a:bodyPr>
            <a:normAutofit/>
          </a:bodyPr>
          <a:lstStyle>
            <a:lvl1pPr marL="0" indent="0">
              <a:buNone/>
              <a:defRPr sz="9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endParaRPr kumimoji="1" lang="ko-KR" altLang="en-US" dirty="0"/>
          </a:p>
        </p:txBody>
      </p:sp>
      <p:sp>
        <p:nvSpPr>
          <p:cNvPr id="54" name="텍스트 개체 틀 13">
            <a:extLst>
              <a:ext uri="{FF2B5EF4-FFF2-40B4-BE49-F238E27FC236}">
                <a16:creationId xmlns:a16="http://schemas.microsoft.com/office/drawing/2014/main" id="{B53BC928-B73E-63BB-3C85-34AACEA2277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454804" y="3496726"/>
            <a:ext cx="869950" cy="2413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55" name="텍스트 개체 틀 13">
            <a:extLst>
              <a:ext uri="{FF2B5EF4-FFF2-40B4-BE49-F238E27FC236}">
                <a16:creationId xmlns:a16="http://schemas.microsoft.com/office/drawing/2014/main" id="{B4ED1239-5E8D-F2AB-7E4D-B841BFEAA3F8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1186829" y="3496726"/>
            <a:ext cx="869950" cy="2413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56" name="텍스트 개체 틀 13">
            <a:extLst>
              <a:ext uri="{FF2B5EF4-FFF2-40B4-BE49-F238E27FC236}">
                <a16:creationId xmlns:a16="http://schemas.microsoft.com/office/drawing/2014/main" id="{811FA1E1-23B0-1849-DE1A-209849020EE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454803" y="5707137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57" name="텍스트 개체 틀 13">
            <a:extLst>
              <a:ext uri="{FF2B5EF4-FFF2-40B4-BE49-F238E27FC236}">
                <a16:creationId xmlns:a16="http://schemas.microsoft.com/office/drawing/2014/main" id="{906B9711-72C9-0E35-0A3A-E3D759611CB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54803" y="5965371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58" name="텍스트 개체 틀 13">
            <a:extLst>
              <a:ext uri="{FF2B5EF4-FFF2-40B4-BE49-F238E27FC236}">
                <a16:creationId xmlns:a16="http://schemas.microsoft.com/office/drawing/2014/main" id="{B25D4CB3-F62E-6865-53F7-C21861EF44E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454803" y="6211882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  <p:sp>
        <p:nvSpPr>
          <p:cNvPr id="59" name="텍스트 개체 틀 13">
            <a:extLst>
              <a:ext uri="{FF2B5EF4-FFF2-40B4-BE49-F238E27FC236}">
                <a16:creationId xmlns:a16="http://schemas.microsoft.com/office/drawing/2014/main" id="{AD5447BF-00F4-F3EF-5A94-8340B894028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9454803" y="6460504"/>
            <a:ext cx="2601913" cy="240669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900"/>
            </a:lvl1pPr>
            <a:lvl2pPr marL="457200" indent="0" algn="l">
              <a:buNone/>
              <a:defRPr sz="900"/>
            </a:lvl2pPr>
            <a:lvl3pPr marL="914400" indent="0" algn="l">
              <a:buNone/>
              <a:defRPr sz="900"/>
            </a:lvl3pPr>
            <a:lvl4pPr marL="1371600" indent="0" algn="l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kumimoji="1" lang="ko-KR" altLang="en-US" dirty="0"/>
              <a:t>텍스트</a:t>
            </a:r>
          </a:p>
        </p:txBody>
      </p:sp>
    </p:spTree>
    <p:extLst>
      <p:ext uri="{BB962C8B-B14F-4D97-AF65-F5344CB8AC3E}">
        <p14:creationId xmlns:p14="http://schemas.microsoft.com/office/powerpoint/2010/main" val="16927855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E0FFDDD-6A40-B03C-DE73-42CEF999E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B339FA2-62F9-467F-E775-B80D1488D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52D556-3E48-E1EA-18B9-A891453B5D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6933CE-B9EF-D544-8C47-2E28CE434AF6}" type="datetimeFigureOut">
              <a:rPr kumimoji="1" lang="ko-KR" altLang="en-US" smtClean="0"/>
              <a:t>2024. 11. 13.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704F68-A6F9-F858-FB47-738E96EF3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9A633A-C1A1-E370-D656-9CAD9545F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2755A1-E313-AA43-9A03-C2F980CC3ACD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7990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개체 틀 25" descr="인간의 얼굴, 사람, 수영, 물이(가) 표시된 사진&#10;&#10;자동 생성된 설명">
            <a:extLst>
              <a:ext uri="{FF2B5EF4-FFF2-40B4-BE49-F238E27FC236}">
                <a16:creationId xmlns:a16="http://schemas.microsoft.com/office/drawing/2014/main" id="{3CE7FCEB-70ED-37D3-92BD-AEA7528CEDF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410" r="410"/>
          <a:stretch>
            <a:fillRect/>
          </a:stretch>
        </p:blipFill>
        <p:spPr/>
      </p:pic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922BE27-ECDE-2AC1-B033-512D9C21F82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877A770B-3508-D73B-DCBE-7C5C1A9E396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F44DB0BD-E383-18B1-F643-575A937D0AD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CAE16B47-171A-7D27-EFCC-7ACF0C7761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509786DD-5C51-0F0D-00D5-01AC5D658B7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0" name="텍스트 개체 틀 9">
            <a:extLst>
              <a:ext uri="{FF2B5EF4-FFF2-40B4-BE49-F238E27FC236}">
                <a16:creationId xmlns:a16="http://schemas.microsoft.com/office/drawing/2014/main" id="{81741678-1407-EC66-B55B-7BE99DCAE42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BA50C35D-22F2-A437-6DEE-8E372C5AF45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2" name="텍스트 개체 틀 11">
            <a:extLst>
              <a:ext uri="{FF2B5EF4-FFF2-40B4-BE49-F238E27FC236}">
                <a16:creationId xmlns:a16="http://schemas.microsoft.com/office/drawing/2014/main" id="{CB117193-6ACD-E3EE-234F-3FC0C45EBBE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3" name="텍스트 개체 틀 12">
            <a:extLst>
              <a:ext uri="{FF2B5EF4-FFF2-40B4-BE49-F238E27FC236}">
                <a16:creationId xmlns:a16="http://schemas.microsoft.com/office/drawing/2014/main" id="{8954F5B8-1113-914D-8315-0357BC20B4E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2D1286B6-90AE-A1E2-1A0C-6FA7BE5A8D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B28DD7F5-85CE-CB50-E4A9-46DB285B687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6" name="텍스트 개체 틀 15">
            <a:extLst>
              <a:ext uri="{FF2B5EF4-FFF2-40B4-BE49-F238E27FC236}">
                <a16:creationId xmlns:a16="http://schemas.microsoft.com/office/drawing/2014/main" id="{154EFBE1-B9DD-F47C-516A-566715B9D7D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42585627-FDF0-9E81-AD4C-F0CCF607FACF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8" name="그림 개체 틀 17">
            <a:extLst>
              <a:ext uri="{FF2B5EF4-FFF2-40B4-BE49-F238E27FC236}">
                <a16:creationId xmlns:a16="http://schemas.microsoft.com/office/drawing/2014/main" id="{44BDE19D-28E3-B009-8F30-C68A55F2551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1EC2AA14-8B95-129B-2FB0-3E1B8CEAB64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0" name="텍스트 개체 틀 19">
            <a:extLst>
              <a:ext uri="{FF2B5EF4-FFF2-40B4-BE49-F238E27FC236}">
                <a16:creationId xmlns:a16="http://schemas.microsoft.com/office/drawing/2014/main" id="{100AB5D7-9BB7-343E-D425-154F9BB4CAC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1" name="텍스트 개체 틀 20">
            <a:extLst>
              <a:ext uri="{FF2B5EF4-FFF2-40B4-BE49-F238E27FC236}">
                <a16:creationId xmlns:a16="http://schemas.microsoft.com/office/drawing/2014/main" id="{F2AA04BE-50C6-251B-A7AF-3B02EAAF441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2" name="텍스트 개체 틀 21">
            <a:extLst>
              <a:ext uri="{FF2B5EF4-FFF2-40B4-BE49-F238E27FC236}">
                <a16:creationId xmlns:a16="http://schemas.microsoft.com/office/drawing/2014/main" id="{8A38C103-A9AD-4C70-123A-7988A833C3F8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B7DEF4F8-F6DE-B9CF-B0E6-5DE94FB1728D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24" name="텍스트 개체 틀 23">
            <a:extLst>
              <a:ext uri="{FF2B5EF4-FFF2-40B4-BE49-F238E27FC236}">
                <a16:creationId xmlns:a16="http://schemas.microsoft.com/office/drawing/2014/main" id="{B19E23D0-6418-39AB-36C0-3542BD50972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051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</Words>
  <Application>Microsoft Macintosh PowerPoint</Application>
  <PresentationFormat>와이드스크린</PresentationFormat>
  <Paragraphs>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Pretendard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Kwan Keep</dc:creator>
  <cp:lastModifiedBy>Kwan Keep</cp:lastModifiedBy>
  <cp:revision>1</cp:revision>
  <dcterms:created xsi:type="dcterms:W3CDTF">2024-11-13T00:54:33Z</dcterms:created>
  <dcterms:modified xsi:type="dcterms:W3CDTF">2024-11-13T01:08:19Z</dcterms:modified>
</cp:coreProperties>
</file>